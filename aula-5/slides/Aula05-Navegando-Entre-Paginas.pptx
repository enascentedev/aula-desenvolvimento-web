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72199" y="594359"/>
            <a:ext cx="5852160" cy="5852160"/>
          </a:xfrm>
          <a:prstGeom prst="ellipse">
            <a:avLst/>
          </a:prstGeom>
          <a:solidFill>
            <a:srgbClr val="1D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 rot="36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 rot="72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860536" y="3282696"/>
            <a:ext cx="475488" cy="475488"/>
          </a:xfrm>
          <a:prstGeom prst="ellipse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566928"/>
            <a:ext cx="96926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escola-tecnica-mesqu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755648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PROGRAMAÇÃO WEB 2  ·  AULA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7132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E8F0"/>
                </a:solidFill>
                <a:latin typeface="Bahnschrift SemiBold Condensed"/>
              </a:rPr>
              <a:t>Navegando entre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7C6CF5"/>
                </a:solidFill>
                <a:latin typeface="Bahnschrift SemiBold Condensed"/>
              </a:rPr>
              <a:t>páginas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39158"/>
            <a:ext cx="384048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4224528"/>
            <a:ext cx="146304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449884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9AB0"/>
                </a:solidFill>
                <a:latin typeface="Segoe UI"/>
              </a:rPr>
              <a:t>Hoje o nosso login vai levar a algum lugar…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74336"/>
            <a:ext cx="6766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Segoe UI"/>
              </a:rPr>
              <a:t>Emanuel Nascente  ·  Escola Técnica Mesquita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92531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4EC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5925312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C9A0"/>
                </a:solidFill>
                <a:latin typeface="Cascadia Mono"/>
              </a:rPr>
              <a:t>REACT :D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34555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9887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NAVEGANDO ENTRE PÁGINAS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que vamos construir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Ligar o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React Router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projeto da aula 4 e desenhar o mapa das telas.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Fazer o login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levar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para uma segunda página — e a segunda página ter volta.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Trancar essa página: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sem login, ninguém entra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e o Sair passa a sair de verdade.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Cuidar dos endereços que não existem e entender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por que nada disso é segurança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69111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9887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NAVEGANDO ENTRE PÁGINAS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Preparando o terreno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Instalando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Na aula passada montamos a tela de login. Vamos continuar naquele mesmo projeto: abra a pasta dele no terminal e instale a biblioteca de rotas.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install react-router-dom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Depois de instalar, rode npm run dev de novo.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Criando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Quatro arquivos novos vão nascer dentro da pasta src ao longo da aula: a segunda página, o estilo dela, o guardião e a página de erro.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1097280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Home.jsx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Home.css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RotaPrivada.jsx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NaoEncontrada.jsx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Mexendo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E três arquivos que já existem vão mudar: o main.jsx liga o Router, o App.jsx vira o mapa das telas e o Login.jsx aprende a navegar.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5540" y="4581144"/>
            <a:ext cx="3039770" cy="886968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93556" y="4690872"/>
            <a:ext cx="283860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main.jsx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App.jsx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Login.jsx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103667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REACT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Uma página só, várias telas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página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nunca recarrega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— o React troca o que aparece na tela.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Uma aplicação React é uma SPA (Single Page Application): existe um único index.html, e é o React que decide qual componente desenhar dentro dele.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 React Router é quem faz essa decisão olhar para a barra de endereços. Cada endereço vira uma tela, e mudar de tela não custa um F5: nada pisca, nada é baixado de novo.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9178"/>
                </a:solidFill>
                <a:latin typeface="Cascadia Mono"/>
              </a:rPr>
              <a:t>/home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path="/home"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Componente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&lt;Home /&gt;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38222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1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Ligar o 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Dois arquivos que já existem. Nenhuma tela muda ainda: isto é encanamento, e sem ele nada do resto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Abra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src/main.jsx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importe o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BrowserRouter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do react-router-dom.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Envolva o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&lt;App /&gt;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com ele, dentro do render.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Abra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src/App.jsx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troque o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&lt;Login /&gt;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por um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&lt;Routes&gt;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com duas rotas dentro.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72778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LIGANDO O ROUTER  ·  MAIN.JSX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019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6019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React from "react";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ReactDOM from "react-dom/client";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BrowserRouter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"react-router-dom"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App from "./App";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"./index.css";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Tudo começa importando o que acabamos de instalar. Repare que o nome entre chaves é BrowserRouter, mas o pacote se chama react-router-dom.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Por que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Browser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Router? Porque ele usa o recurso de histórico do navegador — o mesmo que faz as setas de voltar e avançar funcionarem.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por isso que, depois de logar, o botão de voltar do navegador leva de volta para o login. Não precisamos programar nada para isso.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207334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LIGANDO O ROUTER  ·  MAIN.JSX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BrowserRouter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main.jsx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08457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0845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ReactDOM.createRoot(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document.getElementById("root")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).render(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&lt;React.StrictMode&gt;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&lt;BrowserRouter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&lt;/BrowserRouter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&lt;/React.StrictMode&gt;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BrowserRouter é um componente que ABRAÇA a aplicação inteira. Ele não desenha nada na tela: só fica de olho na barra de endereços.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Regra de ouro: tudo que usa rota precisa estar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dentro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do BrowserRouter. Por isso ele vem aqui no main.jsx, envolvendo 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&lt;App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Esquecer esse abraço é o erro mais comum da aula: o React acusa que os componentes de rota estão fora de um Router.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241890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9872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987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MAPA DA APLICAÇÃO  ·  APP.JSX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22624"/>
            <a:ext cx="547725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72262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Routes, Route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Login from "./Login";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Home from "./Home";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App()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"/home"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&lt;Home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&lt;/Routes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App;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Na aula passada o App.jsx só chamava o &lt;Login /&gt;. Agora ele vira o mapa da nossa aplicação.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&lt;Routes&gt;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a caixa que guarda todas as telas possíveis. Ele olha a URL atual, escolhe UMA das rotas de dentro dele e desenha só 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Uma de cada vez — nunca duas ao mesmo tempo.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276445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9872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987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MAPA DA APLICAÇÃO  ·  APP.JSX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96392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96392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Routes, Route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Login from "./Login";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Home from "./Home";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App()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"/home"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&lt;Home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App;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Cada Route é uma linha do mapa, e ela sempre tem duas partes.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endereço que aparece na barra do navegador.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componente que deve aparecer quando a URL for aquela.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path "/" é a raiz: é o que abre quando você entra no site sem digitar mais nada. Por isso o login mora nele.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Repare na barra: </a:t>
            </a:r>
            <a:r>
              <a:rPr sz="1250" b="1" i="0">
                <a:solidFill>
                  <a:srgbClr val="CE9178"/>
                </a:solidFill>
                <a:latin typeface="Cascadia Mono"/>
              </a:rPr>
              <a:t>"/home"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e não </a:t>
            </a:r>
            <a:r>
              <a:rPr sz="1250" b="1" i="0">
                <a:solidFill>
                  <a:srgbClr val="CE9178"/>
                </a:solidFill>
                <a:latin typeface="Cascadia Mono"/>
              </a:rPr>
              <a:t>"home"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. Sem a barra vira caminho relativo.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311001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2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Navegar entre as telas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Agora o projeto ganha a segunda página e o caminho de ida e volta até 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Crie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src/Home.jsx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src/Home.css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a página de destino e o estilo dela.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chame 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useNavigate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troque o alert por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navigate("/home")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Na Home, um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&lt;Link to="/"&gt;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para voltar. Teste entrando, voltando e usando as setas do navegador.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345557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SAINDO DO LOGIN  ·  LOGIN.JSX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useNavigate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14830"/>
            <a:ext cx="5989320" cy="3996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148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1805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565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565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565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8971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56717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56717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198878"/>
            <a:ext cx="420624" cy="3584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198878"/>
            <a:ext cx="10972" cy="3584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436622"/>
            <a:ext cx="365760" cy="337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436622"/>
            <a:ext cx="4983480" cy="313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useState } from "react";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useNavigate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"./Login.css";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Login()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[email, setEmail]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[senha, setSenha]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[erro, setErro]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// o navigate troca de pagina pelo codigo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navigate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useNavigate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Login.jsx continua igualzinho ao da aula passada: os mesmos useState, o mesmo handleSubmit, o mesmo botão de mostrar senha.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única novidade é 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useNavigate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Ele é um Hook, assim como o useState — e como todo Hook, precisa ser chamado no topo do componente, nunca dentro de um if.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Ele não navega sozinho: devolve uma função (a que chamamos de navigate) que usamos quando quisermos trocar de página.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380113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SAINDO DO LOGIN  ·  LOGIN.JSX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navigate("/home")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35479"/>
            <a:ext cx="5989320" cy="37551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935479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301239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7721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7721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7721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017775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22623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722623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319527"/>
            <a:ext cx="420624" cy="3343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319527"/>
            <a:ext cx="10972" cy="3343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557271"/>
            <a:ext cx="365760" cy="313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57271"/>
            <a:ext cx="4983480" cy="289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if (email === "user@email.com" &amp;&amp;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senha === "123456")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setErro("");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navigate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"/home"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} else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setErro("E-mail ou senha incorretos.");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Lembra desse if da aula passada? Ele é exatamente o mesmo. Só a linha do sucesso mudou.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Onde estava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alert("Login realizado…")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agora está o navigate. Em vez de uma caixinha do navegador, o usuário vai para outra tela.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texto dentro do navigate é o mesmo path que escrevemos no Route lá no App.jsx. Se os dois não baterem, nada acontece.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DCAA"/>
                </a:solidFill>
                <a:latin typeface="Cascadia Mono"/>
              </a:rPr>
              <a:t>navigate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é para navegar por código, depois de uma decisão. Para navegar por clique existe o Link — próximo slide.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414668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989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 PÁGINA DE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Home.jsx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"react-router-dom"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"./Home.css"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Home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"container-home"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"cartao"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Ponto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Eletrônico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Você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entrou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no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sistema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Sair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Esta é a nossa segunda tela. Repare que ela não tem nada de especial: é um componente comum, igual ao Login.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Não existe nenhum código dizendo "eu sou a página /home". Quem faz essa ligação é o Route lá no App.jsx — a página não precisa saber o endereço dela.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Por enquanto ela só dá as boas-vindas. Nas próximas aulas é aqui que vai nascer o registro de ponto.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DCAA"/>
                </a:solidFill>
                <a:latin typeface="Cascadia Mono"/>
              </a:rPr>
              <a:t>export default Home;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
Como sempre, essa linha no final é o que permite importar o componente no App.jsx.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49224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67370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67370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 PÁGINA DE DESTINO  ·  HOME.JSX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44652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44652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Link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"./Home.css";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Home()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&lt;div className="container-home"&gt;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&lt;div className="cartao"&gt;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&lt;h2&gt;Ponto Eletrônico&lt;/h2&gt;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&lt;p&gt;Você entrou no sistema.&lt;/p&gt;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Sair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link do React Router. Ele vira um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&lt;a&gt;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no navegador, mas com um detalhe importante.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Um &lt;a href&gt; comum RECARREGA a página inteira: o React sobe do zero e todo o estado da aplicação se perde.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Já o Link troca a tela sem recarregar nada. E repare que ele usa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to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, não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href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83780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9895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989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 PÁGINA DE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Home.css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1759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Home.css   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03120"/>
            <a:ext cx="4385919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/* a Home tem o proprio container: ela nao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   depende do Login.css para existir */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.container-home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justify-content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align-items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height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100vh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#f0f2f5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.cartao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white;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8px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box-shadow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rgba(0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0.1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);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width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300px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text-align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481328"/>
            <a:ext cx="5391759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Home.css   (2)  continuação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103120"/>
            <a:ext cx="4385919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.cartao h2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margin-top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.cartao a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inline-block;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margin-top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#4f46e5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text-decoration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font-weight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bold;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.cartao a:hover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text-decoration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underline;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66928" y="6711696"/>
            <a:ext cx="518336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3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Trancar a porta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 coração da aula. Hoje a Home abre para qualquer um que digite o endereço; no fim desta etapa, não abre mais.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grave a sessão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localStorage.setItem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antes de navegar.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Crie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src/RotaPrivada.jsx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embrulhe a Home com ele no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App.jsx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Home.jsx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troque o Link de Sair por um botão que apaga a sessão — e ajuste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Home.css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552891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09910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991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UM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 porta está destrancada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Digite </a:t>
            </a:r>
            <a:r>
              <a:rPr sz="1900" b="1" i="0">
                <a:solidFill>
                  <a:srgbClr val="CE9178"/>
                </a:solidFill>
                <a:latin typeface="Cascadia Mono"/>
              </a:rPr>
              <a:t>/home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na barra de endereços sem fazer login. A página abre.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Isso não é um bug do React Router: é ele fazendo exatamente o que mandamos. O Route diz que a URL /home desenha a Home, e ninguém escreveu nenhuma condição além disso.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O mesmo vale para o Sair: ele leva de volta ao login, mas nada foi desligado — basta digitar /home outra vez para estar dentro.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Falta alguém entre a URL e a tela: um componente que pergunte “esta pessoa entrou?” antes de deixar a Home aparecer.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E9178"/>
                </a:solidFill>
                <a:latin typeface="Cascadia Mono"/>
              </a:rPr>
              <a:t>/home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O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element={&lt;Home /&gt;}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O 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7178"/>
                </a:solidFill>
                <a:latin typeface="Cascadia Mono"/>
              </a:rPr>
              <a:t>entrou sem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587447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GUARDANDO A SESSÃO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Onde mora o “eu entrei”?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No useState?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Seria o caminho natural: um estado no App dizendo se a pessoa entrou. Só que estado de React vive na memória da página, e um F5 zera tudo.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useState(false)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Não serve: um F5 e o usuário está fora.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No localStorage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É uma gavetinha do próprio navegador. Sobrevive ao F5, a fechar a aba e a fechar o navegador. Guarda texto, e só texto. Três métodos dão conta de tudo.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886968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setItem(chave, valor)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getItem(chave)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removeItem(chave)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5614416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Veja no DevTools: Application → Local Storage.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O que guardar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Por enquanto, uma marca simples: a chave logado com o texto “true”. Quando o back-end em FastAPI existir, aqui vai morar o token que ele devolve no login.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logado = "true"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622003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ABRINDO A SESSÃO  ·  LOGIN.JSX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setItem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if (email === "user@email.com" &amp;&amp;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senha === "123456")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setErro("");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// marca a sessao como aberta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localStorage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setItem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"logado"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"true"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navigate("/home");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} else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setErro("E-mail ou senha incorretos.");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if do login continua o mesmo. Antes de navegar, ele agora deixa um bilhete guardado no navegador: a sessão está aberta.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setItem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grava um par chave/valor. Os dois são texto — por isso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"true"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vai entre aspas, e não o booleano true.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nome da chave é escolha nossa. O que não pode é escrever um nome aqui e outro na hora de conferir: são as duas pontas do mesmo combinado.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A ordem importa: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setItem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antes do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navigate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. Navegar primeiro é chegar na porta sem o bilhete na mão.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56559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2359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2359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GUARDIÃO DE ROTA  ·  ROTAPRIVADA.JSX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children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RotaPrivada.jsx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75742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75742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Navigate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RotaPrivada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children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logado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localStorage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getItem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"logado"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"true"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if (!logado)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return &lt;Navigate to="/" replace /&gt;;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children;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RotaPrivada;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Este é o guardião, e ele cabe em um arquivo pequeno: um componente que não desenha nada de si mesmo. Ele só decide.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Tudo que você escreve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entre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as tags de um componente chega dentro dele na prop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children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É a mesma ideia de uma &lt;div&gt; que embrulha outros elementos.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conferência é uma linha só. Repare no </a:t>
            </a:r>
            <a:r>
              <a:rPr sz="1450" b="1" i="0">
                <a:solidFill>
                  <a:srgbClr val="C8C8D4"/>
                </a:solidFill>
                <a:latin typeface="Cascadia Mono"/>
              </a:rPr>
              <a:t>=== "true"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o localStorage devolve texto, nunca booleano.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DCAA"/>
                </a:solidFill>
                <a:latin typeface="Cascadia Mono"/>
              </a:rPr>
              <a:t>getItem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devolve </a:t>
            </a:r>
            <a:r>
              <a:rPr sz="1250" b="1" i="0">
                <a:solidFill>
                  <a:srgbClr val="C586C0"/>
                </a:solidFill>
                <a:latin typeface="Cascadia Mono"/>
              </a:rPr>
              <a:t>null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quando a chave não existe — e null não é “true”, então quem não entrou cai no if.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91114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2359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2359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GUARDIÃO DE ROTA  ·  ROTAPRIVADA.JSX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&lt;Navigate /&gt;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RotaPrivada.jsx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2262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72262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Navigate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RotaPrivada({ children })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logado =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localStorage.getItem("logado") === "true";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logado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&lt;Navigate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replace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children;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RotaPrivada;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Sem sessão, o guardião devolve um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&lt;Navigate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no lugar da tela. Renderizar esse componente É o redirecionamento.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Dois nomes parecidos, papéis diferentes: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navigate()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a função do useNavigate, para usar dentro de uma ação;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&lt;Navigate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componente, para usar no meio do JSX — onde não dá para chamar função.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replace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substitui a entrada atual do histórico em vez de empilhar outra. Sem ele, o botão voltar devolveria a pessoa para /home e o guardião a expulsaria de novo: um pingue-pongue.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725670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MAPA PROTEGIDO  ·  APP.JSX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RotaPrivada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14830"/>
            <a:ext cx="5989320" cy="3996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148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1805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565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565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565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8971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08457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0845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198878"/>
            <a:ext cx="420624" cy="3584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198878"/>
            <a:ext cx="10972" cy="3584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436622"/>
            <a:ext cx="365760" cy="337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436622"/>
            <a:ext cx="4983480" cy="313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RotaPrivada from "./RotaPrivada";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App()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&lt;Route path="/" element={&lt;Login /&gt;}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"/home"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&lt;RotaPrivada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&lt;Home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&lt;/RotaPrivada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Agora o guardião entra no mapa. O element da rota /home deixa de ser a Home solta e passa a ser a Home embrulhada.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Só o que está dentro do embrulho fica protegido. A rota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continua livre — e tem que continuar, senão ninguém chega nem no login.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Para proteger uma terceira tela amanhã, é a mesma linha: embrulha e pronto. O guardião não sabe — nem precisa saber — qual componente está protegendo.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Teste agora: </a:t>
            </a:r>
            <a:r>
              <a:rPr sz="1250" b="1" i="0">
                <a:solidFill>
                  <a:srgbClr val="CE9178"/>
                </a:solidFill>
                <a:latin typeface="Cascadia Mono"/>
              </a:rPr>
              <a:t>/home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na barra, sem login, tem que cair de volta na tela de entrada.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760226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FECHANDO A SESSÃO  ·  HOME.JSX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sair()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547725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useNavigate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Home()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navigate = useNavigate();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sair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localStorage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removeItem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"logado"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navigate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&lt;button className="sair" onClick={sair}&gt;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Sair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&lt;/button&gt;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Com o guardião ligado, 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de Sair virou uma mentira: ele volta para o login, mas a sessão continua aberta. Digite /home e você entra sem senha.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Sair é uma AÇÃO, não uma navegação: primeiro apaga o bilhete, depois navega. Por isso o Link vira um botão com onClick — e o useNavigate, que você já conhece do Login, reaparece aqui na Home.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removeItem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apaga a chave. Do lado de lá, o guardião volta a encontrar null e tranca a porta.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Cuidado com o nome da chave: </a:t>
            </a:r>
            <a:r>
              <a:rPr sz="1250" b="1" i="0">
                <a:solidFill>
                  <a:srgbClr val="CE9178"/>
                </a:solidFill>
                <a:latin typeface="Cascadia Mono"/>
              </a:rPr>
              <a:t>"logado"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aqui e no Login. Um erro de digitação e o Sair não sai.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794782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FECHANDO A SESSÃO  ·  HOME.CSS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.sair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Home.css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757424"/>
            <a:ext cx="547725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75742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.cartao .sair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margin-top: 1rem;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font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inherit;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color: #4f46e5;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font-weight: bold;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cursor: pointer;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.cartao .sair:hover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text-decoration: underline;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Trocar o link por um botão conserta o comportamento, mas estraga a aparência: o navegador desenha botão com fundo cinza, borda e fonte própria.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Estas quatro linhas são um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reset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tiram o fundo, a borda e o respiro interno, e mandam o botão herdar a fonte do resto da página. O que sobra é um texto clicável.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cursor: pointer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devolve a mãozinha, que o link tem e o botão não.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Escreva no fim do Home.css, sem apagar nada do que já estava lá: as regras do .cartao continuam valendo.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829337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17408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740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ETAPA 4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Endereços que não existem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Duas pontas soltas antes de fechar a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App.jsx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uma rota coringa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path="*"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para tudo que não bateu com as outras.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Crie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src/NaoEncontrada.jsx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a página 404, com um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de volta para o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Teste o furo que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sobra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forje a chave no console do navegador e veja o guardião ceder.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863893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ENDEREÇOS QUE NÃO EXISTEM  ·  APP.JSX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path="*"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68782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68782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NaoEncontrada from "./NaoEncontrada";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App()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&lt;Route path="/" element={&lt;Login /&gt;}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&lt;Route path="/home" element={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&lt;RotaPrivada&gt;&lt;Home /&gt;&lt;/RotaPrivada&gt;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}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&lt;Route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"*"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element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&lt;NaoEncontrada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&lt;/Routes&gt;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 se alguém digitar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/hom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? Nenhuma rota bate, o Routes não desenha nada e a tela fica em branco — sem uma linha de erro no console.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path="*"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coringa: casa com qualquer endereço. Escrevemos por último para ler bem, mas a ordem não muda nada — o Router escolhe sempre a rota mais específica, não a primeira que encontra.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Repare que a rota coringa fica FORA do guardião: uma página de erro que exigisse login não faria sentido nenhum.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898449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148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ENDEREÇOS QUE NÃO EXISTEM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NaoEncontrada.jsx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694180"/>
            <a:ext cx="5989320" cy="42377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6941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0599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8359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8359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8359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7764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NaoEncontrada.jsx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68782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68782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078228"/>
            <a:ext cx="420624" cy="38262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078228"/>
            <a:ext cx="10972" cy="38262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315972"/>
            <a:ext cx="365760" cy="3615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315972"/>
            <a:ext cx="4983480" cy="337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Link } from "react-router-dom";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// reaproveita o cartao da Home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"./Home.css";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NaoEncontrada()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return 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&lt;div className="container-home"&gt;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&lt;div className="cartao"&gt;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&lt;h2&gt;404&lt;/h2&gt;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&lt;p&gt;Esta página não existe.&lt;/p&gt;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"/"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Voltar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ao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&lt;/Link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página de erro é o componente mais simples do projeto: um cartão, um aviso e o caminho de volta.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Ela importa 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Home.css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de propósito: as classes </a:t>
            </a:r>
            <a:r>
              <a:rPr sz="1450" b="1" i="0">
                <a:solidFill>
                  <a:srgbClr val="D7BA7D"/>
                </a:solidFill>
                <a:latin typeface="Cascadia Mono"/>
              </a:rPr>
              <a:t>.container-home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 </a:t>
            </a:r>
            <a:r>
              <a:rPr sz="1450" b="1" i="0">
                <a:solidFill>
                  <a:srgbClr val="D7BA7D"/>
                </a:solidFill>
                <a:latin typeface="Cascadia Mono"/>
              </a:rPr>
              <a:t>.cartao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já fazem exatamente o que precisamos. CSS se reaproveita entre telas.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 aqui 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continua vivo: ir para o login é uma navegação comum, sem nada para desligar antes.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Não esqueça o </a:t>
            </a:r>
            <a:r>
              <a:rPr sz="1250" b="1" i="0">
                <a:solidFill>
                  <a:srgbClr val="DCDCAA"/>
                </a:solidFill>
                <a:latin typeface="Cascadia Mono"/>
              </a:rPr>
              <a:t>export default NaoEncontrada;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no fim do arquivo.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933005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O LIMITE DO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Isto não é segurança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O guardião protege a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tela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 — nunca os </a:t>
            </a:r>
            <a:r>
              <a:rPr sz="1900" b="1" i="0">
                <a:solidFill>
                  <a:srgbClr val="E8E8F0"/>
                </a:solidFill>
                <a:latin typeface="Segoe UI"/>
              </a:rPr>
              <a:t>dados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Abra o Console do DevTools e digite </a:t>
            </a:r>
            <a:r>
              <a:rPr sz="1500" b="1" i="0">
                <a:solidFill>
                  <a:srgbClr val="DCDCAA"/>
                </a:solidFill>
                <a:latin typeface="Cascadia Mono"/>
              </a:rPr>
              <a:t>localStorage.setItem("logado", "true")</a:t>
            </a:r>
            <a:r>
              <a:rPr sz="1500" b="0" i="0">
                <a:solidFill>
                  <a:srgbClr val="9A9AB0"/>
                </a:solidFill>
                <a:latin typeface="Segoe UI"/>
              </a:rPr>
              <a:t>. Recarregue /home: a porta abre. Ninguém fez login.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chave que o guardião confere mora no navegador do visitante — e o visitante manda no próprio navegador.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Guardião de rota é experiência do usuário. Segurança é o servidor recusar os dados — e é isso que vamos construir no back-end em Python com FastAPI.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tela protegida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RotaPrivada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A marca no navegador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Ainda assim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7178"/>
                </a:solidFill>
                <a:latin typeface="Cascadia Mono"/>
              </a:rPr>
              <a:t>forjável em 10s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967560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22382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2238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ANTES DE FECHAR O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Testando o que construímos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Sem login, digite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/home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na barra: tem que cair na tela de entrada.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Entre com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user@email.com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123456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a Home abre e a URL vira /home.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Aperte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F5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na Home: você continua dentro, porque a sessão está no localStorage.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Clique em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Sair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tente /home de novo: tem que barrar. Se não barrar, a chave não foi apagada.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002116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54899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QUANDO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Os quatro erros de sempre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Erro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useNavigate() may be used only in the context of a &lt;Router&gt;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faltou o BrowserRouter no main.jsx.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navigate não leva a lugar nenhum: o texto dele e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path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do Route têm que ser idênticos, barra 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Entra sem login mesmo com o guardião: a chave ficou salva de um teste anterior. Apague em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DevTools → Application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Tela branca ao abrir /home: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RotaPrivada.jsx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precisa terminar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return children;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sem isso ele não desenha nada.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036672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RECAPITULANDO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caminho inteiro, em quatro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Abraçar o App com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&lt;BrowserRouter&gt;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main.jsx, depois do npm install.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Mapear as telas com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&lt;Routes&gt;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&lt;Route&gt;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App.jsx, sem esquecer o coringa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path="*"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Navegar: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navigate()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por código,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por clique.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Proteger: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&lt;RotaPrivada&gt;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embrulhando a rota, e o Sair apagando a sessão.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071228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7416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teu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Criar uma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terceira página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projeto — o assunto dela é escolha tua.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Registrar a rota dela no App.jsx e pôr um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&lt;Link&gt;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na Home levando até ela — e outro de volta.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Proteger a rota nova com o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&lt;RotaPrivada&gt;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do mesmo jeito que fizemos com a Home.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26224A"/>
          </a:solidFill>
          <a:ln w="12700">
            <a:solidFill>
              <a:srgbClr val="7C6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Testar o furo: digite o endereço da página nova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sem ter feito login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 Tem que cair na tela de entrada.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05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