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72199" y="594359"/>
            <a:ext cx="5852160" cy="5852160"/>
          </a:xfrm>
          <a:prstGeom prst="ellipse">
            <a:avLst/>
          </a:prstGeom>
          <a:solidFill>
            <a:srgbClr val="1D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 rot="36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 rot="72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860536" y="3282696"/>
            <a:ext cx="475488" cy="475488"/>
          </a:xfrm>
          <a:prstGeom prst="ellipse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566928"/>
            <a:ext cx="96926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escola-tecnica-mesqu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755648"/>
            <a:ext cx="379841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379841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PROGRAMAÇÃO WEB 2  ·  AULA 04  ·  GUIA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7132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E8F0"/>
                </a:solidFill>
                <a:latin typeface="Bahnschrift SemiBold Condensed"/>
              </a:rPr>
              <a:t>Primeira página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7C6CF5"/>
                </a:solidFill>
                <a:latin typeface="Bahnschrift SemiBold Condensed"/>
              </a:rPr>
              <a:t>passo a passo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39158"/>
            <a:ext cx="384048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4224528"/>
            <a:ext cx="146304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449884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9AB0"/>
                </a:solidFill>
                <a:latin typeface="Segoe UI"/>
              </a:rPr>
              <a:t>Do projeto ao trabalho, arquivo por arquivo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74336"/>
            <a:ext cx="6766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Segoe UI"/>
              </a:rPr>
              <a:t>Emanuel Nascente  ·  Escola Técnica Mesquita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92531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4EC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5925312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C9A0"/>
                </a:solidFill>
                <a:latin typeface="Cascadia Mono"/>
              </a:rPr>
              <a:t>REACT :D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26970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79918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79918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caminho da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Criar o projeto com o Vite e entender a estrutura de arquivos.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Escrever 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em 12 etapas — uma peça de código por vez.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Estilizar no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Login.css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montar o componente no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App.jsx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Fazer o trabalho: o botão mostrar / ocultar senha.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53940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241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Antes de começar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É o Node que roda o Vite e o npm. Rode os dois comandos abaixo no terminal: se as versões aparecerem, está tudo certo.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node -v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40410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Sem resposta? Instale em nodejs.org (versão LTS).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VS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É onde vamos escrever o código. Instale também a extensão "ES7+ React snippets" — ela ajuda, mas não é obrigatória.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code 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O comando abre a pasta atual dentro do VS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Uma pasta só sua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Escolha onde o projeto vai morar e entre nessa pasta pelo terminal antes de criar o projeto. Evite pastas sincronizadas na nuvem.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cd Documentos/Projetos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6980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Caminho sem acento e sem espaço evita dor de cabeça.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66928" y="6711696"/>
            <a:ext cx="80911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1  ·  MONTANDO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Criando 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Criar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O Vite monta a pasta do projeto já com o React configurado. Rode o comando e responda às perguntas que ele fizer no terminal.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create vite@latest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 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meu-app -- --template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40410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Troque "meu-app" pelo nome que você quiser.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Instalar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Entre na pasta que acabou de nascer e instale as dependências. O npm install cria a node_modules — demora um pouco na primeira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cd meu-app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540410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A node_modules não se edita e não se envia na entrega.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Rodar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Sobe o servidor de desenvolvimento. Deixe rodando: cada vez que você salvar um arquivo, o navegador atualiza sozinho.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run 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6980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Abra o endereço http://localhost:5173 no navegador.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66928" y="6711696"/>
            <a:ext cx="107881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1  ·  MONTANDO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Bahnschrift SemiBold Condensed"/>
              </a:rPr>
              <a:t>O que o Vite criou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1124"/>
            <a:ext cx="5989320" cy="3863847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81124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246884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2855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22855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22855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963420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meu-app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484628"/>
            <a:ext cx="5367528" cy="3040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F0"/>
                </a:solidFill>
                <a:latin typeface="Cascadia Mono"/>
              </a:rPr>
              <a:t>meu-app/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node_modules/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instalado pelo npm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4EC9F0"/>
                </a:solidFill>
                <a:latin typeface="Cascadia Mono"/>
              </a:rPr>
              <a:t>public/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4EC9F0"/>
                </a:solidFill>
                <a:latin typeface="Cascadia Mono"/>
              </a:rPr>
              <a:t>src/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│   ├──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assets/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│   ├──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App.css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│   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App.jsx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│   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index.css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│   └──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main.jsx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.gitignore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index.html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package.json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package-lock.json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└── 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vite.config.js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14616" y="1700784"/>
            <a:ext cx="4410151" cy="418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Essa é a pasta recém-criada. Parece muita coisa, mas hoje só quatro arquivos importam.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</a:t>
            </a:r>
            <a:r>
              <a:rPr sz="1450" b="1" i="0">
                <a:solidFill>
                  <a:srgbClr val="E8E8F0"/>
                </a:solidFill>
                <a:latin typeface="Cascadia Mono"/>
              </a:rPr>
              <a:t>node_modules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guarda as bibliotecas instaladas: nunca se edita nada lá dentro.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Todo o código que a gente escreve vive dentro da pasta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src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— é lá que os nossos arquivos vão nascer.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Os arquivos apagados na lista ao lado são de configuração: deixe como estão.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348516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1  ·  MONTANDO 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Bahnschrift SemiBold Condensed"/>
              </a:rPr>
              <a:t>A estrutura da nossa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20874"/>
            <a:ext cx="5989320" cy="2784348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20874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6634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62606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62606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62606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3170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meu-app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24378"/>
            <a:ext cx="5367528" cy="19613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C9F0"/>
                </a:solidFill>
                <a:latin typeface="Cascadia Mono"/>
              </a:rPr>
              <a:t>meu-app/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index.html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   já existe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package.json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 já existe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└── </a:t>
            </a:r>
            <a:r>
              <a:rPr sz="1200" b="0" i="0">
                <a:solidFill>
                  <a:srgbClr val="4EC9F0"/>
                </a:solidFill>
                <a:latin typeface="Cascadia Mono"/>
              </a:rPr>
              <a:t>src/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    ├── </a:t>
            </a:r>
            <a:r>
              <a:rPr sz="1200" b="0" i="0">
                <a:solidFill>
                  <a:srgbClr val="E8E8F0"/>
                </a:solidFill>
                <a:latin typeface="Cascadia Mono"/>
              </a:rPr>
              <a:t>main.jsx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 já existe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    ├── </a:t>
            </a:r>
            <a:r>
              <a:rPr sz="1200" b="1" i="0">
                <a:solidFill>
                  <a:srgbClr val="DCDCAA"/>
                </a:solidFill>
                <a:latin typeface="Cascadia Mono"/>
              </a:rPr>
              <a:t>index.css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limpar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    ├── </a:t>
            </a:r>
            <a:r>
              <a:rPr sz="1200" b="1" i="0">
                <a:solidFill>
                  <a:srgbClr val="DCDCAA"/>
                </a:solidFill>
                <a:latin typeface="Cascadia Mono"/>
              </a:rPr>
              <a:t>App.jsx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  editar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    ├── </a:t>
            </a:r>
            <a:r>
              <a:rPr sz="1200" b="1" i="0">
                <a:solidFill>
                  <a:srgbClr val="4EC9A0"/>
                </a:solidFill>
                <a:latin typeface="Cascadia Mono"/>
              </a:rPr>
              <a:t>Login.jsx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CRIAR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6A80"/>
                </a:solidFill>
                <a:latin typeface="Cascadia Mono"/>
              </a:rPr>
              <a:t>    └── </a:t>
            </a:r>
            <a:r>
              <a:rPr sz="1200" b="1" i="0">
                <a:solidFill>
                  <a:srgbClr val="4EC9A0"/>
                </a:solidFill>
                <a:latin typeface="Cascadia Mono"/>
              </a:rPr>
              <a:t>Login.css</a:t>
            </a:r>
            <a:r>
              <a:rPr sz="1200" b="0" i="0">
                <a:solidFill>
                  <a:srgbClr val="6A6A80"/>
                </a:solidFill>
                <a:latin typeface="Cascadia Mono"/>
              </a:rPr>
              <a:t>   CRIAR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Ao final da aula a tua pasta src precisa ter exatamente esses cinco arquivos.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Dois deles você vai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criar do zero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o componente e o estilo dele. Dois já existem e a gente ajusta. Um fica intocado.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Pode apagar o App.css e a pasta assets: nesta aula eles não são usados.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14616" y="4974336"/>
            <a:ext cx="4410151" cy="1024128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34071" y="5120640"/>
            <a:ext cx="39712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EC9A0"/>
                </a:solidFill>
                <a:latin typeface="Cascadia Mono"/>
              </a:rPr>
              <a:t>CRIAR   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arquivo novo, feito por você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CDCAA"/>
                </a:solidFill>
                <a:latin typeface="Cascadia Mono"/>
              </a:rPr>
              <a:t>editar  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arquivo que já existe e vamos mexer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80"/>
                </a:solidFill>
                <a:latin typeface="Cascadia Mono"/>
              </a:rPr>
              <a:t>cinza   </a:t>
            </a:r>
            <a:r>
              <a:rPr sz="1200" b="0" i="0">
                <a:solidFill>
                  <a:srgbClr val="9A9AB0"/>
                </a:solidFill>
                <a:latin typeface="Segoe UI"/>
              </a:rPr>
              <a:t>não precisa tocar hoje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61822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caminho até a tela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CDCAA"/>
                </a:solidFill>
                <a:latin typeface="Cascadia Mono"/>
              </a:rPr>
              <a:t>index.html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tem uma div vazia com id="root". É a página que o navegador abre.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CDCAA"/>
                </a:solidFill>
                <a:latin typeface="Cascadia Mono"/>
              </a:rPr>
              <a:t>main.jsx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pega essa div e manda o React desenhar a aplicação dentro dela.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CDCAA"/>
                </a:solidFill>
                <a:latin typeface="Cascadia Mono"/>
              </a:rPr>
              <a:t>App.jsx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é o componente raiz: ele decide o que aparece na tela.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CDCAA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é o nosso componente — a tela que vamos construir hoje.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88792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9887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ARQUIVOS QUE JÁ EXISTEM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index.html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35479"/>
            <a:ext cx="5989320" cy="37551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935479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301239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7721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7721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7721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017775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index.html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205223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205223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319527"/>
            <a:ext cx="420624" cy="3343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319527"/>
            <a:ext cx="10972" cy="3343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557271"/>
            <a:ext cx="365760" cy="313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57271"/>
            <a:ext cx="4983480" cy="289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&lt;!doctype html&gt;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&lt;html lang="pt-BR"&gt;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&lt;head&gt;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&lt;meta charset="UTF-8"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&lt;title&gt;Login — Aula 04&lt;/title&gt;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&lt;/head&gt;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&lt;body&gt;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id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"root"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&lt;script type="module"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  src="/src/main.jsx"&gt;&lt;/script&gt;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&lt;/body&gt;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&lt;/html&gt;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Esse arquivo já veio pronto e a gente quase não mexe nele.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linha em destaque é a única que importa: a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&lt;div id="root"&gt;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buraco vazio onde o React vai desenhar tudo.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Repare que não existe nenhum texto da tela de login aqui. Toda a página é montada pelo JavaScript.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CF5"/>
                </a:solidFill>
                <a:latin typeface="Segoe UI"/>
              </a:rPr>
              <a:t>Dica: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mude o </a:t>
            </a:r>
            <a:r>
              <a:rPr sz="1250" b="1" i="0">
                <a:solidFill>
                  <a:srgbClr val="4EC9F0"/>
                </a:solidFill>
                <a:latin typeface="Cascadia Mono"/>
              </a:rPr>
              <a:t>&lt;title&gt;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para o nome da tua aplicação — é o texto da aba do navegador.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215762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9887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ARQUIVOS QUE JÁ EXISTEM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main.jsx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35479"/>
            <a:ext cx="5989320" cy="37551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935479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301239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7721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7721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7721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017775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src/main.jsx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22623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722623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319527"/>
            <a:ext cx="420624" cy="3343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319527"/>
            <a:ext cx="10972" cy="3343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557271"/>
            <a:ext cx="365760" cy="313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57271"/>
            <a:ext cx="4983480" cy="289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React from "react";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ReactDOM from "react-dom/client";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App from "./App";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"./index.css";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ReactDOM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createRoot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document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getElementById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"root"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render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&lt;React.StrictMode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&lt;/React.StrictMode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a ponte entre o HTML e o React. Também já vem pronto.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Ele procura o elemento de id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"root"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 renderiza 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&lt;App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ali dentro.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linha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import "./index.css"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que faz o estilo global valer para a aplicação inteira.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242733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9887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9887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ARQUIVOS QUE JÁ EXISTEM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index.css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598932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src/index.css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39872"/>
            <a:ext cx="498348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BA7D"/>
                </a:solidFill>
                <a:latin typeface="Cascadia Mono"/>
              </a:rPr>
              <a:t>*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box-sizing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border-box;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BA7D"/>
                </a:solidFill>
                <a:latin typeface="Cascadia Mono"/>
              </a:rPr>
              <a:t>body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margin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CDCFE"/>
                </a:solidFill>
                <a:latin typeface="Cascadia Mono"/>
              </a:rPr>
              <a:t>  font-family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system-ui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sans-serif;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Apague tudo que veio no index.css e deixe só isso.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7BA7D"/>
                </a:solidFill>
                <a:latin typeface="Cascadia Mono"/>
              </a:rPr>
              <a:t>box-sizing: border-box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faz o padding entrar na conta da largura — sem ele os campos estouram o formulário.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7BA7D"/>
                </a:solidFill>
                <a:latin typeface="Cascadia Mono"/>
              </a:rPr>
              <a:t>margin: 0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no body tira a margem branca que o navegador coloca sozinho.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2697033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649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Trabalhamos em .JSX, não em 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Nós trabalhamos no arquivo </a:t>
            </a:r>
            <a:r>
              <a:rPr sz="1900" b="1" i="0">
                <a:solidFill>
                  <a:srgbClr val="7C6CF5"/>
                </a:solidFill>
                <a:latin typeface="Cascadia Mono"/>
              </a:rPr>
              <a:t>.JSX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, não </a:t>
            </a:r>
            <a:r>
              <a:rPr sz="1900" b="0" i="0">
                <a:solidFill>
                  <a:srgbClr val="9A9AB0"/>
                </a:solidFill>
                <a:latin typeface="Cascadia Mono"/>
              </a:rPr>
              <a:t>.JS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Trabalhando em JSX nós usamos uma "extensão" do HTML dentro do nosso arquivo JS. Dessa forma temos uma sintaxe um pouco diferente do JavaScript normal.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Na prática: escrevemos marcação parecida com HTML no meio do código JavaScript, e o React se encarrega de transformar isso na tela.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&lt;tags&gt;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296673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1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o esqueleto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export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default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Crie o arquivo Login.jsx dentro da pasta src e comece com isso. Salve e a palavra Login já aparece no navegador.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Todo componente React é uma função que devolve marcação. O nome começa com letra MAIÚSCULA — é assim que o React sabe que é um componente, e não uma tag comum.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C586C0"/>
                </a:solidFill>
                <a:latin typeface="Cascadia Mono"/>
              </a:rPr>
              <a:t>export default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no final libera esse componente para ser usado em outros arquivos.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323644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2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598932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9872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9872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39872"/>
            <a:ext cx="498348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"react"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"./Login.css"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Login()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Login;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import { useState } from "react" vai até a biblioteca do React e traz a função useState para dentro do nosso arquivo.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que chamamos de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Hook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Ele permite que a função "lembre" de informações entre uma renderização e outra.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segunda linha importa o CSS. O arquivo ainda não existe — vamos criá-lo no passo 3; deixe a linha comentada até lá se preferir.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7178"/>
                </a:solidFill>
                <a:latin typeface="Segoe UI"/>
              </a:rPr>
              <a:t>Atenção: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as chaves em </a:t>
            </a:r>
            <a:r>
              <a:rPr sz="1250" b="1" i="0">
                <a:solidFill>
                  <a:srgbClr val="9CDCFE"/>
                </a:solidFill>
                <a:latin typeface="Cascadia Mono"/>
              </a:rPr>
              <a:t>{ useState }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são obrigatórias.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350614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3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useState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Login()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Cada estado vem sempre em par: o valor e a função que muda esse valor. Os nomes são escolha nossa; setAlgumaCoisa é a convenção.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que está entre parênteses é o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valor inicial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Começamos com texto vazio nos três.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Nunca mude o valor na mão (</a:t>
            </a:r>
            <a:r>
              <a:rPr sz="1450" b="1" i="0">
                <a:solidFill>
                  <a:srgbClr val="F07178"/>
                </a:solidFill>
                <a:latin typeface="Cascadia Mono"/>
              </a:rPr>
              <a:t>email = ...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). Só a função setEmail avisa o React de que a tela precisa ser redesenhada.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377584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7416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Como o estado funciona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Variáveis comuns não avisam a tela quando mudam. O estado avisa — e é por isso que o React existe. O ciclo é sempre este: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Você digita no campo e 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onChange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dispara, chamando o setEmail com o texto novo.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React guarda o valor e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executa a função Login de novo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do começo ao fim.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 tela é redesenhada já com o valor novo. Sem F5, sem document.getElementById, sem innerHTML.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4045550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4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function handleSubmit(e)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598932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12887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12887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498348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preventDefault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Essa é a nossa primeira função aninhada: ela mora dentro da função Login. Estranho para quem vem de outras linguagens, normal em React.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evento — quem disparou, que tipo foi, qual tecla. Poderíamos chamá-lo de evento; e é só convenção.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DCDCAA"/>
                </a:solidFill>
                <a:latin typeface="Cascadia Mono"/>
              </a:rPr>
              <a:t>e.preventDefault()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impede o comportamento padrão do formulário, que é recarregar a página inteira. Sem ela, tudo se perde ao clicar em Entrar.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31525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5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campos vazios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176780"/>
            <a:ext cx="5989320" cy="32725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1767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5425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3185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3185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3185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2590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547725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560828"/>
            <a:ext cx="420624" cy="28610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560828"/>
            <a:ext cx="10972" cy="28610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798571"/>
            <a:ext cx="365760" cy="265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98571"/>
            <a:ext cx="498348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function handleSubmit(e)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e.preventDefault();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|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|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"Preencha todos os campos."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F07178"/>
                </a:solidFill>
                <a:latin typeface="Cascadia Mono"/>
              </a:rPr>
              <a:t>!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significa "não". Então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!email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quer dizer: o e-mail está vazio.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7C6CF5"/>
                </a:solidFill>
                <a:latin typeface="Cascadia Mono"/>
              </a:rPr>
              <a:t>||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OU: basta um dos dois estar vazio para entrar no if.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sozinho encerra a função ali mesmo — sem ele, o código seguiria e ainda tentaria conferir a senha.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58495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6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if /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176780"/>
            <a:ext cx="5989320" cy="32725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1767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5425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3185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3185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3185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2590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40023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240023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560828"/>
            <a:ext cx="420624" cy="28610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560828"/>
            <a:ext cx="10972" cy="28610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798571"/>
            <a:ext cx="365760" cy="265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98571"/>
            <a:ext cx="498348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"user@email.com"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"123456"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alert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else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"E-mail ou senha incorretos."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Aqui está a conferência: se o e-mail é user@email.com E a senha é 123456, o login deu certo.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7C6CF5"/>
                </a:solidFill>
                <a:latin typeface="Cascadia Mono"/>
              </a:rPr>
              <a:t>&amp;&amp;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E: as duas condições precisam ser verdadeiras. E </a:t>
            </a:r>
            <a:r>
              <a:rPr sz="1450" b="1" i="0">
                <a:solidFill>
                  <a:srgbClr val="7C6CF5"/>
                </a:solidFill>
                <a:latin typeface="Cascadia Mono"/>
              </a:rPr>
              <a:t>===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compara valor e tipo — em JavaScript use sempre três iguais.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Deu certo: alert na tela e a mensagem de erro é limpa. Deu errado: a mensagem de erro recebe o texto e aparece sozinha na tela.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7178"/>
                </a:solidFill>
                <a:latin typeface="Segoe UI"/>
              </a:rPr>
              <a:t>Isso NÃO é segurança: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a senha está escrita no código, que qualquer um lê no navegador. É exercício de useState.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485466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7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return ( 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176780"/>
            <a:ext cx="5989320" cy="32725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1767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5425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3185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3185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3185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2590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40023"/>
            <a:ext cx="5477256" cy="20126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240023"/>
            <a:ext cx="32004" cy="20126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560828"/>
            <a:ext cx="420624" cy="28610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560828"/>
            <a:ext cx="10972" cy="28610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798571"/>
            <a:ext cx="365760" cy="265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98571"/>
            <a:ext cx="498348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"container"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Fechamos as duas funções e chegamos na parte visual. Daqui para baixo é praticamente HTML.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return de uma linha só dispensa parênteses; como o nosso ocupa várias linhas, os parênteses são obrigatórios.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Regra de ouro: o return devolve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um único elemento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Por isso tudo vive dentro da div container.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CF5"/>
                </a:solidFill>
                <a:latin typeface="Segoe UI"/>
              </a:rPr>
              <a:t>className, não class: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class é palavra reservada do JavaScript, então o JSX usa className.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512436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8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form / h2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176780"/>
            <a:ext cx="5989320" cy="32725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1767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5425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3185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3185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3185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2590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5477256" cy="5648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5648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560828"/>
            <a:ext cx="420624" cy="28610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560828"/>
            <a:ext cx="10972" cy="28610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798571"/>
            <a:ext cx="365760" cy="265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98571"/>
            <a:ext cx="498348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&lt;div className="container"&gt;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&lt;form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&lt;/form&gt;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&lt;/div&gt;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onSubmit={handleSubmit}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liga o formulário à nossa função: quem envia o form chama o handleSubmit.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Repare nas chaves: em JSX, chaves significam "aqui dentro é JavaScript". Sem elas o React entenderia o texto literal.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h2 é o título do cartão de login — igualzinho ao HTML.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5394067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198571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1985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9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input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type="email" avisa o navegador que o campo é um e-mail — no celular o teclado já abre com o @.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value={email}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 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onChange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juntos fazem o campo virar um componente controlado: o React passa a ser o dono do que está escrito.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 tag fecha em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Em JSX toda tag precisa ser fechada, inclusive input, img e br.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7178"/>
                </a:solidFill>
                <a:latin typeface="Segoe UI"/>
              </a:rPr>
              <a:t>Atenção: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value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sem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onChange trava o campo — você digita e nada aparece.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566377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7416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campo controlado, em 3 tempos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Essa ida e volta acontece a cada tecla digitada. Entender esse circuito é entender React inteiro: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 tecla é digitada → 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onChange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recebe o evento e lê 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e.target.value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guarda esse texto no estado e o React redesenha o componente.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campo é redesenhado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value={email}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a letra só aparece porque o estado mudou.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593347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27355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2735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10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input senha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"password"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o mesmo campo de antes, trocando três coisas: o type, o placeholder e o estado usado.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type="password"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que troca as letras por bolinhas na tela.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Guarde bem esta linha: é exatamente ela que o trabalho da aula pede para deixar dinâmica.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620317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27355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2735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11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{erro &amp;&amp; …}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780030"/>
            <a:ext cx="5989320" cy="2066035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7800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31457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9217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9217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9217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8623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8432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8432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3164078"/>
            <a:ext cx="420624" cy="1654555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3164078"/>
            <a:ext cx="10972" cy="1654555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401822"/>
            <a:ext cx="365760" cy="1444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01822"/>
            <a:ext cx="4983480" cy="120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"erro"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Lendo em voz alta: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 a variável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tiver algum texto, ENTÃO mostre o parágrafo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&lt;p&gt;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com a mensagem.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o curto-circuito do JavaScript: com o erro vazio, o React simplesmente não desenha nada — nenhum espaço em branco fica sobrando na tela.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647288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27355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2735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  ·  ETAPA 12 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598932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498348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"submit"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Entrar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&lt;/form&gt;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Login;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Como o botão é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type="submit"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e está dentro do form, clicar nele dispara o onSubmit — ou seja, o nosso handleSubmit.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Pressionar Enter dentro de um campo faz exatamente a mesma coisa. Isso é de graça: veio do form.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Confira o fechamento na ordem certa: form, div, o parêntese do return e a chave da função.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DCAA"/>
                </a:solidFill>
                <a:latin typeface="Cascadia Mono"/>
              </a:rPr>
              <a:t>export default Login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
Sem essa linha o App.jsx não consegue importar o componente.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74258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Login.jsx  (1 de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"react"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"./Login.css"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preventDefault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|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|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"Preencha todos os campos."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"user@email.com"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&amp;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"123456"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alert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else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"E-mail ou senha incorretos."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"container"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&lt;form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onSubmit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8302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383022"/>
            <a:ext cx="105457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Confira o teu arquivo linha a linha: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a lógica toda cabe nas primeiras 28 linhas.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701228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84891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84891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2  ·  LOGIN.JSX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Login.jsx  (2 de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&lt;h2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&lt;/h2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"password"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"Senha"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"erro"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&lt;/p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&lt;button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"submit"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150" b="0" i="0">
                <a:solidFill>
                  <a:srgbClr val="9CDCFE"/>
                </a:solidFill>
                <a:latin typeface="Cascadia Mono"/>
              </a:rPr>
              <a:t>Entrar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&lt;/button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&lt;/form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15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586C0"/>
                </a:solidFill>
                <a:latin typeface="Cascadia Mono"/>
              </a:rPr>
              <a:t>export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586C0"/>
                </a:solidFill>
                <a:latin typeface="Cascadia Mono"/>
              </a:rPr>
              <a:t>default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8302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383022"/>
            <a:ext cx="105457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Da linha 26 em diante é a parte visual: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um container, um form e quatro filhos dentro dele.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728199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3  ·  ESTILO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Criando o Login.css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página deve ser estilizada de acordo com as tuas preferências. Vamos usar aqui a estética da aula — e para isso o passo a passo é: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Criar um arquivo novo dentro da pasta </a:t>
            </a:r>
            <a:r>
              <a:rPr sz="1600" b="1" i="0">
                <a:solidFill>
                  <a:srgbClr val="4EC9F0"/>
                </a:solidFill>
                <a:latin typeface="Cascadia Mono"/>
              </a:rPr>
              <a:t>src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ao lado do Login.jsx.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Nomear ele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Login.css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com L maiúsculo, igual ao componente.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Importar no topo do Login.jsx com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import "./Login.css";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755169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3  ·  ESTILO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Login.css  ·  a moldura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13407"/>
            <a:ext cx="5391759" cy="263118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2113407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2479167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25513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225513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225513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2195703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497455"/>
            <a:ext cx="420624" cy="221970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2497455"/>
            <a:ext cx="10972" cy="221970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735199"/>
            <a:ext cx="365760" cy="200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35199"/>
            <a:ext cx="4385919" cy="1771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.container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justify-content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align-items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height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100vh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#f0f2f5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form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113407"/>
            <a:ext cx="5391759" cy="263118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2113407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2479167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2255139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2255139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2255139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2195703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2497455"/>
            <a:ext cx="420624" cy="221970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2497455"/>
            <a:ext cx="10972" cy="221970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735199"/>
            <a:ext cx="365760" cy="200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735199"/>
            <a:ext cx="4385919" cy="1771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white;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8px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box-shadow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rgba(0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0.1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);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flex-direction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column;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gap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width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300px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90897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890897"/>
            <a:ext cx="105457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O container ocupa a altura toda da tela (</a:t>
            </a:r>
            <a:r>
              <a:rPr sz="1250" b="1" i="0">
                <a:solidFill>
                  <a:srgbClr val="B5CEA8"/>
                </a:solidFill>
                <a:latin typeface="Cascadia Mono"/>
              </a:rPr>
              <a:t>100vh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) e centraliza o formulário com flex. O form é o cartão branco.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29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782139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62397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6239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3  ·  ESTILO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Login.css  ·  os campos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input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0.75rem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solid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#ccc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6px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button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0.75rem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#4f46e5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white;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6px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21282"/>
            <a:ext cx="5391759" cy="3615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621282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987042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763014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763014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763014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703578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2005330"/>
            <a:ext cx="420624" cy="3203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2005330"/>
            <a:ext cx="10972" cy="3203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243074"/>
            <a:ext cx="365760" cy="2993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243074"/>
            <a:ext cx="4385919" cy="275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cursor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pointer;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button:hover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#4338ca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.erro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red;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0.85rem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margin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83022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383022"/>
            <a:ext cx="105457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Sem seletor de classe: </a:t>
            </a:r>
            <a:r>
              <a:rPr sz="1250" b="1" i="0">
                <a:solidFill>
                  <a:srgbClr val="D7BA7D"/>
                </a:solidFill>
                <a:latin typeface="Cascadia Mono"/>
              </a:rPr>
              <a:t>input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e </a:t>
            </a:r>
            <a:r>
              <a:rPr sz="1250" b="1" i="0">
                <a:solidFill>
                  <a:srgbClr val="D7BA7D"/>
                </a:solidFill>
                <a:latin typeface="Cascadia Mono"/>
              </a:rPr>
              <a:t>button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pegam todos os campos e botões da página — dá para começar assim.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8091101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4  ·  MONTANDO NA 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App.jsx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10474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0474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"./Login"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App;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Apague o que o Vite deixou no App.jsx e deixe só isso.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&lt;Login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nosso componente usado como se fosse uma tag do HTML. Isso só é possível por causa do export default lá no fim do Login.jsx.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Salve tudo, volte ao navegador: a tela de login já deve estar lá, centralizada.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CF5"/>
                </a:solidFill>
                <a:latin typeface="Segoe UI"/>
              </a:rPr>
              <a:t>Não esqueça: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o caminho é </a:t>
            </a:r>
            <a:r>
              <a:rPr sz="1250" b="1" i="0">
                <a:solidFill>
                  <a:srgbClr val="CE9178"/>
                </a:solidFill>
                <a:latin typeface="Cascadia Mono"/>
              </a:rPr>
              <a:t>"./Login"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— com ponto e barra, sem a extensão.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836080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241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CONFERINDO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Testando a tua tela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Clique em Entrar com os campos vazios: a mensagem "Preencha todos os campos." precisa aparecer em vermelho.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Digite qualquer e-mail e senha errados: a mensagem tem que mudar para "E-mail ou senha incorretos.".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Digite </a:t>
            </a:r>
            <a:r>
              <a:rPr sz="1600" b="1" i="0">
                <a:solidFill>
                  <a:srgbClr val="CE9178"/>
                </a:solidFill>
                <a:latin typeface="Cascadia Mono"/>
              </a:rPr>
              <a:t>user@email.com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B5CEA8"/>
                </a:solidFill>
                <a:latin typeface="Cascadia Mono"/>
              </a:rPr>
              <a:t>123456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: o alerta de sucesso aparece e o erro some.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Aperte Enter dentro de um campo: tem que funcionar igual ao clique no botão.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863050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SE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Os erros mais comuns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Tela branca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Quase sempre é erro de digitação no JSX. Abra o console do navegador (F12) e leia a primeira linha vermelha: ela diz o arquivo e a linha.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F12 →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Tag não fechada e chave a mais são os campeões.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Digito e não aparece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O campo tem value mas está sem o onChange. O React manda o valor do estado para a tela e nada devolve o que você digitou.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value + onChange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Os dois sempre andam juntos num campo controlado.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A página recarrega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Faltou o e.preventDefault() na primeira linha do handleSubmit. O formulário fez o que ele faz desde sempre: recarregar tudo.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e.preventDefault();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6980" y="5193792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Sinal clássico: a tela pisca e o campo esvazia.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66928" y="6711696"/>
            <a:ext cx="890021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SE DER 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Mais coisas para conferir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699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8699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8699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Escreveu </a:t>
            </a:r>
            <a:r>
              <a:rPr sz="1600" b="1" i="0">
                <a:solidFill>
                  <a:srgbClr val="F07178"/>
                </a:solidFill>
                <a:latin typeface="Cascadia Mono"/>
              </a:rPr>
              <a:t>class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no lugar de </a:t>
            </a:r>
            <a:r>
              <a:rPr sz="1600" b="1" i="0">
                <a:solidFill>
                  <a:srgbClr val="4EC9A0"/>
                </a:solidFill>
                <a:latin typeface="Cascadia Mono"/>
              </a:rPr>
              <a:t>className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— o estilo não aplica e o console avisa.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Nome do arquivo com outra letra: </a:t>
            </a:r>
            <a:r>
              <a:rPr sz="1600" b="1" i="0">
                <a:solidFill>
                  <a:srgbClr val="F07178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e </a:t>
            </a:r>
            <a:r>
              <a:rPr sz="1600" b="1" i="0">
                <a:solidFill>
                  <a:srgbClr val="4EC9A0"/>
                </a:solidFill>
                <a:latin typeface="Cascadia Mono"/>
              </a:rPr>
              <a:t>Login.jsx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são arquivos diferentes para o import.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Esqueceu de salvar o arquivo. O Vite só atualiza a tela depois do Ctrl+S.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terminal parou: o </a:t>
            </a:r>
            <a:r>
              <a:rPr sz="1600" b="1" i="0">
                <a:solidFill>
                  <a:srgbClr val="4EC9A0"/>
                </a:solidFill>
                <a:latin typeface="Cascadia Mono"/>
              </a:rPr>
              <a:t>npm run dev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precisa ficar rodando o tempo todo enquanto você trabalha.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916991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2389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2389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Mostrar / ocultar senha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entrega da aula é um botãozinho dentro do campo de senha que alterna entre esconder e revelar o que foi digitado. São três mudanças no Login.jsx: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Um estado novo: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, que começa em </a:t>
            </a:r>
            <a:r>
              <a:rPr sz="1600" b="1" i="0">
                <a:solidFill>
                  <a:srgbClr val="C586C0"/>
                </a:solidFill>
                <a:latin typeface="Cascadia Mono"/>
              </a:rPr>
              <a:t>false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O </a:t>
            </a:r>
            <a:r>
              <a:rPr sz="1600" b="1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do campo deixa de ser fixo e passa a depender desse estado.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Um botão ao lado do campo que inverte o estado a cada clique.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9439618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74868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74868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  · 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verSenha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0197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60197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[erro, setErro]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6A6A80"/>
                </a:solidFill>
                <a:latin typeface="Cascadia Mono"/>
              </a:rPr>
              <a:t>// guarda se a senha está visível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false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Mais um estado, junto dos outros três. A diferença é o valor inicial: em vez de texto vazio, o booleano false.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C586C0"/>
                </a:solidFill>
                <a:latin typeface="Cascadia Mono"/>
              </a:rPr>
              <a:t>false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significa "a senha começa escondida" — que é o comportamento que a gente quer ao abrir a tela.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Nome em português e sem abreviação: verSenha diz o que guarda. Isso conta na correção.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970932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74868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74868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  · 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type dinâmico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?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"text"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"password"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placeholder="Senha"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value={senha}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onChange={(e) =&gt;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  setSenha(e.target.value)}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Antes o type era o texto fixo </a:t>
            </a:r>
            <a:r>
              <a:rPr sz="1450" b="1" i="0">
                <a:solidFill>
                  <a:srgbClr val="CE9178"/>
                </a:solidFill>
                <a:latin typeface="Cascadia Mono"/>
              </a:rPr>
              <a:t>"password"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Agora ele é JavaScript — e por isso vai entre chaves.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Isso é o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operador ternário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: condição ? valor se verdadeiro : valor se falso.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Leia assim: se verSenha for verdadeiro use text (aparece), senão use password (bolinhas).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CF5"/>
                </a:solidFill>
                <a:latin typeface="Segoe UI"/>
              </a:rPr>
              <a:t>É uma linha só: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o ternário substitui um if inteiro dentro do JSX, onde if não é permitido.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997902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74868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74868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  · 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o botão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&lt;button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"button"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"ver-senha"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onClick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?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"Ocultar"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"Mostrar"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E9178"/>
                </a:solidFill>
                <a:latin typeface="Cascadia Mono"/>
              </a:rPr>
              <a:t>type="button"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obrigatório: sem isso o botão viraria submit e tentaria fazer login a cada clique.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DCDCAA"/>
                </a:solidFill>
                <a:latin typeface="Cascadia Mono"/>
              </a:rPr>
              <a:t>!verSenha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inverso do valor atual — é o que faz um clique alternar entre os dois estados.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texto do botão também é um ternário: ele muda junto, de Mostrar para Ocultar.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1024872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2389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2389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o campo 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14830"/>
            <a:ext cx="5989320" cy="39964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8148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1805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19565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19565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19565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18971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198878"/>
            <a:ext cx="420624" cy="35849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198878"/>
            <a:ext cx="10972" cy="35849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2436622"/>
            <a:ext cx="365760" cy="3374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436622"/>
            <a:ext cx="4983480" cy="313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"campo-senha"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?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"text"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"password"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"button"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"ver-senha"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onClick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!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verSenha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?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"Ocultar"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"Mostrar"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&lt;/div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input e o botão agora moram juntos dentro de uma div com a classe campo-senha. É ela que permite encostar o botão dentro do campo pelo CSS.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Cuidado ao mover o input para dentro da div: a indentação muda, mas o conteúdo é o mesmo de antes.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Esse bloco inteiro entra no lugar do input de senha da etapa 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39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0518432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92389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92389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PASSO 5  · 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Login.css  ·  o botão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1759" cy="4009135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1865376"/>
            <a:ext cx="420624" cy="3597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1865376"/>
            <a:ext cx="10972" cy="3597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103120"/>
            <a:ext cx="365760" cy="3387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03120"/>
            <a:ext cx="4385919" cy="314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/* botão mostrar / ocultar senha */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.campo-senha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position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relative;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.campo-senha input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width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100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%;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padding-right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.ver-senha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position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absolute;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right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0.4rem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top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50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%;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481328"/>
            <a:ext cx="5391759" cy="4009135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src/Login.css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1865376"/>
            <a:ext cx="420624" cy="3597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1865376"/>
            <a:ext cx="10972" cy="3597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103120"/>
            <a:ext cx="365760" cy="3387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103120"/>
            <a:ext cx="4385919" cy="314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transform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translateY(-50%);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transparent;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#4f46e5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0.8rem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0.3rem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cursor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pointer;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width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auto;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.ver-senha:hover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#eef0fe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4px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36768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636768"/>
            <a:ext cx="105457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B0"/>
                </a:solidFill>
                <a:latin typeface="Segoe UI"/>
              </a:rPr>
              <a:t>Acrescente no final do Login.css. </a:t>
            </a:r>
            <a:r>
              <a:rPr sz="1250" b="1" i="0">
                <a:solidFill>
                  <a:srgbClr val="D7BA7D"/>
                </a:solidFill>
                <a:latin typeface="Cascadia Mono"/>
              </a:rPr>
              <a:t>position: absolute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tira o botão do fluxo e o encaixa dentro do campo; o padding-right abre espaço para ele.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10788135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249070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2490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PARA ENTREGAR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Antes de mandar o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Envie a pasta do projeto SEM a node_modules — ela é recriada com um npm install. E lembre do aviso da aula: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Conferir e-mail e senha no front-end é só exercício. Numa aplicação real, qualquer pessoa lê essa senha no navegador.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 autenticação de verdade acontece no servidor — é o que vamos construir no back-end em Python (FastAPI) do ponto eletrônico.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Próxima aula: começamos a nova página da aplicação, conforme conversaremos em sala :)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41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